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5" r:id="rId4"/>
    <p:sldMasterId id="2147483676" r:id="rId5"/>
    <p:sldMasterId id="214748367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bff8dc8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bff8dc8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bff8dc8f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bff8dc8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bff8dc8f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bff8dc8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bff8dc8f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bff8dc8f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ff8dc8f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ff8dc8f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bff8dc8f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bff8dc8f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bff8dc8f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bff8dc8f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bff8dc8f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bff8dc8f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bff8dc8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bff8dc8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bff8dc8f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bff8dc8f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bff8dc8f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bff8dc8f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bff8dc8f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bff8dc8f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8" name="Google Shape;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" name="Google Shape;7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2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5" name="Google Shape;9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7" name="Google Shape;97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7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9" name="Google Shape;9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4901"/>
            </a:srgbClr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1" name="Google Shape;101;p2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509" y="4843463"/>
            <a:ext cx="1076627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8" name="Google Shape;10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3" name="Google Shape;1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8" name="Google Shape;1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3" name="Google Shape;1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 and remove MADE WITH GAMMA from right bottom corner" id="128" name="Google Shape;1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3" name="Google Shape;1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8" name="Google Shape;1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 " id="143" name="Google Shape;1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 and remove made with gamma at bottom corner right" id="148" name="Google Shape;14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3" name="Google Shape;15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8" name="Google Shape;15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3" name="Google Shape;1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